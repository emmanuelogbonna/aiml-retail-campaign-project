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E20AB-4872-9B09-1510-0F4589140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176F7-6E16-FE1E-7D6F-D14F1CBAB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64EF1-4B06-C92E-2023-803E6A78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4637-3C82-47B4-BACC-32431CC7205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721D9-043F-77FC-BC99-85C59E23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17B8C-294F-4F37-EB3F-D00282E24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EC90-0560-4DFC-8376-D13DB82C98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11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4D66-2FEA-6A47-7D87-146750494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53E17-7DC6-805C-0E61-03BB08882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35006-EED3-0EE9-9344-985F019B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4637-3C82-47B4-BACC-32431CC7205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3B627-5A20-C956-D937-5573D77BF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EF7B0-E8B4-1D2E-4CAC-47B05A08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EC90-0560-4DFC-8376-D13DB82C98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728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1D7D9-F0F1-0A20-A175-4494BCD45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D59EB-1412-7EE1-5742-6F5CF1F39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23649-3824-E2BF-9B85-71391F64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4637-3C82-47B4-BACC-32431CC7205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92BD9-0F60-6E87-7EEB-89B9B52E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BFC08-6B2C-0214-7C29-A07F2347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EC90-0560-4DFC-8376-D13DB82C98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509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0FEE-2743-96B1-DBDF-D0CC2EC11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072EA-E0F1-1B06-AC3F-59914103D6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A248B-C31A-19BE-DED8-EB89B0048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00CD9-FF91-B194-8623-6F64953D0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4637-3C82-47B4-BACC-32431CC7205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86D8C-B972-FB55-C906-C5DCB149C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29B87-62D8-6826-9AAB-FD046310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EC90-0560-4DFC-8376-D13DB82C98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31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1555-9F04-E6B1-8E72-2759A78FD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A6753-6314-240D-3523-AA02B0FB8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9D126-A22B-29E2-B8DB-7BD74B818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97519-795C-B136-B7E6-DE471E8B56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5B16BE-FADA-3C56-D25C-8C3825DFC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876D18-0A97-3796-16EA-CB9FD18E6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4637-3C82-47B4-BACC-32431CC7205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699C8A-1DEB-F59D-B336-302F20B4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D8C78-D124-B7F3-A8F5-F33EA01F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EC90-0560-4DFC-8376-D13DB82C98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984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EB3EE-63A2-CA00-A9BF-F94CC31BB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577DB6-9F7A-8395-C211-2F6572D5E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4637-3C82-47B4-BACC-32431CC7205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B78B0-5988-EB51-0553-A6820714C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92989E-2AD5-8E55-4C95-09D293E6D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EC90-0560-4DFC-8376-D13DB82C98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548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FFD0D8-B684-E1D0-FE55-F30222917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4637-3C82-47B4-BACC-32431CC7205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F3F88-7438-AE01-6397-DB87AB94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6ABB7-980B-10E1-A14B-985ED170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EC90-0560-4DFC-8376-D13DB82C98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204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C08A9-5CA8-B82D-46E5-3408BDAEB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C6092-E39F-5C90-01B7-E100F0206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33388-AEB2-B203-BF44-175EFE8D6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0D021-D678-D463-CA14-C590A97A8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4637-3C82-47B4-BACC-32431CC7205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1236-DC73-7833-B4C5-3FEC56C1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15210-A29D-D7EF-BDC8-2986BAEDB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EC90-0560-4DFC-8376-D13DB82C98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06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33660-EA43-8C39-DCA0-BE33211E9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260DB3-AC80-4D93-F0E6-77F893A35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8E472-3DED-109D-5958-761713DA7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B5F9B-747A-DDD4-CE02-3DD47DE65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4637-3C82-47B4-BACC-32431CC7205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65BA5-AFEF-1BEF-B52E-26A514CD6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275EB-920A-C098-6840-728CEAE64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EC90-0560-4DFC-8376-D13DB82C98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548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0E23-A98E-E6DB-747F-94C7D2329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06B37-00E3-C9E5-EFEB-18AA26064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CEF86-1FBA-ED53-88EA-3425ADE7D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4637-3C82-47B4-BACC-32431CC7205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BA6E0-AEC3-3A94-61E8-87E8653A7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FA83F-7556-0C79-0A26-C49C1883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EC90-0560-4DFC-8376-D13DB82C98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457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E3AED7-BA3E-416D-DA7F-0ECAA7122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BDFDB-2707-7D95-B0EC-42CFEFD51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BC504-E461-CA1F-8AE8-EFC2768C0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4637-3C82-47B4-BACC-32431CC7205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18635-660D-3B39-71C1-82A5CC3ED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522AA-8A6E-42CE-8C79-29A54A15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BEC90-0560-4DFC-8376-D13DB82C98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93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9E8F7B-8C26-2146-C86F-654558AAA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5874E-C0F9-9EE1-BCA0-8785529A8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DF6C4-201A-0A95-0AE2-E17EC950B6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014637-3C82-47B4-BACC-32431CC72051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4B859-A456-4373-F8D4-39916B368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EFB7C-56AF-8608-ADA0-FCB6F2C4C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3BEC90-0560-4DFC-8376-D13DB82C98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37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7" name="Rectangle 39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8" name="Freeform: Shape 39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85B08-9BC6-3DEA-E78D-846C9D166F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Retail Campaign Response Prediction </a:t>
            </a:r>
          </a:p>
        </p:txBody>
      </p:sp>
      <p:sp>
        <p:nvSpPr>
          <p:cNvPr id="399" name="Arc 39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19E6A-D2D9-967F-5F49-117B1A8F6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Predicting Customer Response to Marketing Campaign using Machine Learning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Student: Emmanuel Ogbonna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Postgraduate Diploma in Computer Science (AI&amp;ML)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Data Science Institute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Capstone Project 2026</a:t>
            </a:r>
          </a:p>
        </p:txBody>
      </p:sp>
    </p:spTree>
    <p:extLst>
      <p:ext uri="{BB962C8B-B14F-4D97-AF65-F5344CB8AC3E}">
        <p14:creationId xmlns:p14="http://schemas.microsoft.com/office/powerpoint/2010/main" val="337140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56963-17BB-161E-3B9A-600727C81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4AB3B-2867-E1BA-E6D0-39997E91F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83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92827a0-8eb1-44cd-84ff-67967e8fbfda}" enabled="0" method="" siteId="{b92827a0-8eb1-44cd-84ff-67967e8fbfd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33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Retail Campaign Response Prediction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Ogbonna</dc:creator>
  <cp:lastModifiedBy>Emmanuel Ogbonna</cp:lastModifiedBy>
  <cp:revision>1</cp:revision>
  <dcterms:created xsi:type="dcterms:W3CDTF">2026-09-21T11:23:44Z</dcterms:created>
  <dcterms:modified xsi:type="dcterms:W3CDTF">2026-09-21T11:30:34Z</dcterms:modified>
</cp:coreProperties>
</file>